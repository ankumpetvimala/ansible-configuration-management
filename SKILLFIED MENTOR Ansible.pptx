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81" r:id="rId9"/>
    <p:sldId id="291" r:id="rId10"/>
    <p:sldId id="282" r:id="rId11"/>
    <p:sldId id="292" r:id="rId12"/>
    <p:sldId id="283" r:id="rId13"/>
    <p:sldId id="284" r:id="rId14"/>
    <p:sldId id="285" r:id="rId15"/>
    <p:sldId id="286" r:id="rId16"/>
    <p:sldId id="288" r:id="rId17"/>
    <p:sldId id="290" r:id="rId18"/>
    <p:sldId id="289" r:id="rId19"/>
    <p:sldId id="287" r:id="rId20"/>
    <p:sldId id="264" r:id="rId21"/>
    <p:sldId id="265" r:id="rId22"/>
    <p:sldId id="266" r:id="rId23"/>
    <p:sldId id="293" r:id="rId24"/>
    <p:sldId id="26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38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51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5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6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8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4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9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3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29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1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75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B5D23-5777-4202-867D-4565B02054C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BAEB6-089C-4DF4-8F2B-91DE5040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1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umpetvimala/Ansible-Configuration-Managemen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980728"/>
            <a:ext cx="6120680" cy="4162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765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 Management Using </a:t>
            </a:r>
            <a:r>
              <a:rPr lang="en-IN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Ansible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Objective</a:t>
            </a:r>
          </a:p>
          <a:p>
            <a:r>
              <a:rPr lang="en-GB" dirty="0" smtClean="0"/>
              <a:t>Problem Statement</a:t>
            </a:r>
          </a:p>
          <a:p>
            <a:r>
              <a:rPr lang="en-GB" dirty="0" smtClean="0"/>
              <a:t>Project Tasks</a:t>
            </a:r>
          </a:p>
          <a:p>
            <a:r>
              <a:rPr lang="en-GB" dirty="0" smtClean="0"/>
              <a:t>Tools &amp; Technologies</a:t>
            </a:r>
          </a:p>
          <a:p>
            <a:r>
              <a:rPr lang="en-GB" dirty="0" smtClean="0"/>
              <a:t>Expected Outcome</a:t>
            </a:r>
          </a:p>
          <a:p>
            <a:r>
              <a:rPr lang="en-GB" dirty="0" err="1" smtClean="0"/>
              <a:t>GitHub</a:t>
            </a:r>
            <a:r>
              <a:rPr lang="en-GB" dirty="0" smtClean="0"/>
              <a:t> Repository</a:t>
            </a:r>
          </a:p>
          <a:p>
            <a:r>
              <a:rPr lang="en-IN" dirty="0"/>
              <a:t>Conclusion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59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Automate server configuration using </a:t>
            </a:r>
            <a:r>
              <a:rPr lang="en-GB" dirty="0" err="1" smtClean="0"/>
              <a:t>Ansible</a:t>
            </a:r>
            <a:r>
              <a:rPr lang="en-GB" dirty="0" smtClean="0"/>
              <a:t> playbooks.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97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Use </a:t>
            </a:r>
            <a:r>
              <a:rPr lang="en-GB" dirty="0" err="1" smtClean="0"/>
              <a:t>Ansible</a:t>
            </a:r>
            <a:r>
              <a:rPr lang="en-GB" dirty="0" smtClean="0"/>
              <a:t> to configure a remote Linux server by installing and managing software automatically.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12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 Performed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1. Installed </a:t>
            </a:r>
            <a:r>
              <a:rPr lang="en-GB" dirty="0" err="1" smtClean="0"/>
              <a:t>Ansible</a:t>
            </a:r>
            <a:r>
              <a:rPr lang="en-GB" dirty="0" smtClean="0"/>
              <a:t> on control node</a:t>
            </a:r>
          </a:p>
          <a:p>
            <a:pPr marL="0" indent="0">
              <a:buNone/>
            </a:pPr>
            <a:r>
              <a:rPr lang="en-GB" dirty="0" smtClean="0"/>
              <a:t>2. Created </a:t>
            </a:r>
            <a:r>
              <a:rPr lang="en-GB" dirty="0" err="1" smtClean="0"/>
              <a:t>Ansible</a:t>
            </a:r>
            <a:r>
              <a:rPr lang="en-GB" dirty="0" smtClean="0"/>
              <a:t> inventory file with target server details</a:t>
            </a:r>
          </a:p>
          <a:p>
            <a:pPr marL="0" indent="0">
              <a:buNone/>
            </a:pPr>
            <a:r>
              <a:rPr lang="en-GB" dirty="0" smtClean="0"/>
              <a:t>3. Wrote </a:t>
            </a:r>
            <a:r>
              <a:rPr lang="en-GB" dirty="0" err="1" smtClean="0"/>
              <a:t>Ansible</a:t>
            </a:r>
            <a:r>
              <a:rPr lang="en-GB" dirty="0" smtClean="0"/>
              <a:t> playbook to install and manage software</a:t>
            </a:r>
          </a:p>
          <a:p>
            <a:pPr marL="0" indent="0">
              <a:buNone/>
            </a:pPr>
            <a:r>
              <a:rPr lang="en-GB" dirty="0" smtClean="0"/>
              <a:t>4. Executed playbook on remote Linux server</a:t>
            </a:r>
          </a:p>
          <a:p>
            <a:pPr marL="0" indent="0">
              <a:buNone/>
            </a:pPr>
            <a:r>
              <a:rPr lang="en-GB" dirty="0" smtClean="0"/>
              <a:t>5. Verified configuration on target 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12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 &amp; Technologies Used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1 </a:t>
            </a:r>
            <a:r>
              <a:rPr lang="en-IN" dirty="0" err="1" smtClean="0"/>
              <a:t>Ansible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2 Ubuntu Linux</a:t>
            </a:r>
          </a:p>
          <a:p>
            <a:pPr marL="0" indent="0">
              <a:buNone/>
            </a:pPr>
            <a:r>
              <a:rPr lang="en-IN" dirty="0" smtClean="0"/>
              <a:t>3 SSH</a:t>
            </a:r>
          </a:p>
          <a:p>
            <a:pPr marL="0" indent="0">
              <a:buNone/>
            </a:pPr>
            <a:r>
              <a:rPr lang="en-IN" dirty="0" smtClean="0"/>
              <a:t>4 </a:t>
            </a:r>
            <a:r>
              <a:rPr lang="en-IN" dirty="0"/>
              <a:t>YAML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5 </a:t>
            </a:r>
            <a:r>
              <a:rPr lang="en-IN" dirty="0" err="1" smtClean="0"/>
              <a:t>GitHub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993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Installed </a:t>
            </a:r>
            <a:r>
              <a:rPr lang="en-GB" dirty="0" err="1"/>
              <a:t>Ansible</a:t>
            </a:r>
            <a:r>
              <a:rPr lang="en-GB" dirty="0"/>
              <a:t> using </a:t>
            </a:r>
            <a:r>
              <a:rPr lang="en-GB" b="1" dirty="0" err="1"/>
              <a:t>sudo</a:t>
            </a:r>
            <a:r>
              <a:rPr lang="en-GB" b="1" dirty="0"/>
              <a:t> apt install </a:t>
            </a:r>
            <a:r>
              <a:rPr lang="en-GB" b="1" dirty="0" err="1"/>
              <a:t>ansible</a:t>
            </a:r>
            <a:r>
              <a:rPr lang="en-GB" b="1" dirty="0"/>
              <a:t> -y</a:t>
            </a:r>
          </a:p>
          <a:p>
            <a:pPr marL="0" indent="0">
              <a:buNone/>
            </a:pPr>
            <a:r>
              <a:rPr lang="en-GB" dirty="0"/>
              <a:t>2. Created inventory file defining target server IP</a:t>
            </a:r>
          </a:p>
          <a:p>
            <a:pPr marL="0" indent="0">
              <a:buNone/>
            </a:pPr>
            <a:r>
              <a:rPr lang="en-GB" dirty="0"/>
              <a:t>3. Written playbook to install and manage packages</a:t>
            </a:r>
          </a:p>
          <a:p>
            <a:pPr marL="0" indent="0">
              <a:buNone/>
            </a:pPr>
            <a:r>
              <a:rPr lang="en-GB" dirty="0"/>
              <a:t>4. Executed playbook using </a:t>
            </a:r>
            <a:r>
              <a:rPr lang="en-GB" b="1" dirty="0" err="1"/>
              <a:t>ansible</a:t>
            </a:r>
            <a:r>
              <a:rPr lang="en-GB" b="1" dirty="0"/>
              <a:t>-playbook </a:t>
            </a:r>
            <a:r>
              <a:rPr lang="en-GB" b="1" dirty="0" err="1"/>
              <a:t>playbook.yml</a:t>
            </a:r>
            <a:endParaRPr lang="en-GB" b="1" dirty="0"/>
          </a:p>
          <a:p>
            <a:pPr marL="0" indent="0">
              <a:buNone/>
            </a:pPr>
            <a:r>
              <a:rPr lang="en-IN" dirty="0"/>
              <a:t>5. Verified service installation on remote server</a:t>
            </a:r>
          </a:p>
        </p:txBody>
      </p:sp>
    </p:spTree>
    <p:extLst>
      <p:ext uri="{BB962C8B-B14F-4D97-AF65-F5344CB8AC3E}">
        <p14:creationId xmlns:p14="http://schemas.microsoft.com/office/powerpoint/2010/main" val="112198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Ansible</a:t>
            </a:r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Execution Screenshots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700808"/>
            <a:ext cx="8050085" cy="4536504"/>
          </a:xfrm>
        </p:spPr>
      </p:pic>
      <p:sp>
        <p:nvSpPr>
          <p:cNvPr id="7" name="Rectangle 6"/>
          <p:cNvSpPr/>
          <p:nvPr/>
        </p:nvSpPr>
        <p:spPr>
          <a:xfrm>
            <a:off x="2843808" y="1135297"/>
            <a:ext cx="32403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Ec2 Ubuntu Instances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39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GB" dirty="0" smtClean="0"/>
              <a:t>Ec2 Instance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340768"/>
            <a:ext cx="8050085" cy="4785395"/>
          </a:xfrm>
        </p:spPr>
      </p:pic>
    </p:spTree>
    <p:extLst>
      <p:ext uri="{BB962C8B-B14F-4D97-AF65-F5344CB8AC3E}">
        <p14:creationId xmlns:p14="http://schemas.microsoft.com/office/powerpoint/2010/main" val="2701149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EC2 </a:t>
            </a:r>
            <a:r>
              <a:rPr lang="en-GB" dirty="0" err="1" smtClean="0"/>
              <a:t>ubuntu</a:t>
            </a:r>
            <a:r>
              <a:rPr lang="en-GB" dirty="0" smtClean="0"/>
              <a:t> instances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9041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Security Groups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386850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sudo </a:t>
            </a:r>
            <a:r>
              <a:rPr lang="es-ES" dirty="0" err="1" smtClean="0"/>
              <a:t>apt</a:t>
            </a:r>
            <a:r>
              <a:rPr lang="es-ES" dirty="0" smtClean="0"/>
              <a:t> </a:t>
            </a:r>
            <a:r>
              <a:rPr lang="es-ES" dirty="0" err="1" smtClean="0"/>
              <a:t>update</a:t>
            </a:r>
            <a:r>
              <a:rPr lang="es-ES" dirty="0" smtClean="0"/>
              <a:t/>
            </a:r>
            <a:br>
              <a:rPr lang="es-ES" dirty="0" smtClean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196752"/>
            <a:ext cx="8050085" cy="4929411"/>
          </a:xfrm>
        </p:spPr>
      </p:pic>
    </p:spTree>
    <p:extLst>
      <p:ext uri="{BB962C8B-B14F-4D97-AF65-F5344CB8AC3E}">
        <p14:creationId xmlns:p14="http://schemas.microsoft.com/office/powerpoint/2010/main" val="351535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864096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sudo </a:t>
            </a:r>
            <a:r>
              <a:rPr lang="es-ES" dirty="0" err="1" smtClean="0"/>
              <a:t>apt</a:t>
            </a:r>
            <a:r>
              <a:rPr lang="es-ES" dirty="0" smtClean="0"/>
              <a:t> </a:t>
            </a:r>
            <a:r>
              <a:rPr lang="es-ES" dirty="0" err="1" smtClean="0"/>
              <a:t>install</a:t>
            </a:r>
            <a:r>
              <a:rPr lang="es-ES" dirty="0" smtClean="0"/>
              <a:t> </a:t>
            </a:r>
            <a:r>
              <a:rPr lang="es-ES" dirty="0" err="1" smtClean="0"/>
              <a:t>ansible</a:t>
            </a:r>
            <a:r>
              <a:rPr lang="es-ES" dirty="0" smtClean="0"/>
              <a:t> -y</a:t>
            </a:r>
            <a:br>
              <a:rPr lang="es-ES" dirty="0" smtClean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412776"/>
            <a:ext cx="8050085" cy="4713387"/>
          </a:xfrm>
        </p:spPr>
      </p:pic>
    </p:spTree>
    <p:extLst>
      <p:ext uri="{BB962C8B-B14F-4D97-AF65-F5344CB8AC3E}">
        <p14:creationId xmlns:p14="http://schemas.microsoft.com/office/powerpoint/2010/main" val="279536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Ansible</a:t>
            </a:r>
            <a:r>
              <a:rPr lang="en-GB" dirty="0" smtClean="0"/>
              <a:t> version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197828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Ansible</a:t>
            </a:r>
            <a:r>
              <a:rPr lang="en-GB" dirty="0" smtClean="0"/>
              <a:t> configuration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2166846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Host Connect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2192411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Ansible</a:t>
            </a:r>
            <a:r>
              <a:rPr lang="en-GB" dirty="0" smtClean="0"/>
              <a:t> –m ping success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1153567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Playbook </a:t>
            </a:r>
            <a:r>
              <a:rPr lang="en-GB" dirty="0" err="1" smtClean="0"/>
              <a:t>set.yml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2105323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Ansible</a:t>
            </a:r>
            <a:r>
              <a:rPr lang="en-GB" dirty="0" smtClean="0"/>
              <a:t> playbook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913281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Verification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target server was successfully configured automatically. Installed packages and services were verified using system commands on the remote machine.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903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Expected Outcome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fully automated server configuration using </a:t>
            </a:r>
            <a:r>
              <a:rPr lang="en-GB" dirty="0" err="1" smtClean="0"/>
              <a:t>Ansible</a:t>
            </a:r>
            <a:r>
              <a:rPr lang="en-GB" dirty="0" smtClean="0"/>
              <a:t> with repeatable and consistent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395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r>
              <a:rPr lang="en-I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Repository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Project source code and playbooks are maintained on </a:t>
            </a:r>
            <a:r>
              <a:rPr lang="en-GB" dirty="0" err="1" smtClean="0"/>
              <a:t>GitHub</a:t>
            </a:r>
            <a:r>
              <a:rPr lang="en-GB" dirty="0" smtClean="0"/>
              <a:t> for version control and future reference.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IN" dirty="0" smtClean="0">
                <a:hlinkClick r:id="rId2"/>
              </a:rPr>
              <a:t>https://github.com/ankumpetvimala/Ansible-Configuration-Management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070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Github Repository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7" y="1600200"/>
            <a:ext cx="8050085" cy="4525963"/>
          </a:xfrm>
        </p:spPr>
      </p:pic>
    </p:spTree>
    <p:extLst>
      <p:ext uri="{BB962C8B-B14F-4D97-AF65-F5344CB8AC3E}">
        <p14:creationId xmlns:p14="http://schemas.microsoft.com/office/powerpoint/2010/main" val="1501513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demonstrates how </a:t>
            </a:r>
            <a:r>
              <a:rPr lang="en-GB" dirty="0" err="1"/>
              <a:t>Ansible</a:t>
            </a:r>
            <a:r>
              <a:rPr lang="en-GB" dirty="0"/>
              <a:t> simplifies configuration management by </a:t>
            </a:r>
            <a:r>
              <a:rPr lang="en-GB" dirty="0" smtClean="0"/>
              <a:t>automating repetitive </a:t>
            </a:r>
            <a:r>
              <a:rPr lang="en-GB" dirty="0"/>
              <a:t>tasks, reducing manual errors, and ensuring consistency across servers.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91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269</Words>
  <Application>Microsoft Office PowerPoint</Application>
  <PresentationFormat>On-screen Show (4:3)</PresentationFormat>
  <Paragraphs>54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Configuration Management Using Ansible</vt:lpstr>
      <vt:lpstr>Objective</vt:lpstr>
      <vt:lpstr>Problem Statement</vt:lpstr>
      <vt:lpstr>Tasks Performed</vt:lpstr>
      <vt:lpstr>Tools &amp; Technologies Used</vt:lpstr>
      <vt:lpstr>Execution Steps</vt:lpstr>
      <vt:lpstr>Ansible Execution Screenshots</vt:lpstr>
      <vt:lpstr>Ec2 Instance </vt:lpstr>
      <vt:lpstr>EC2 ubuntu instances</vt:lpstr>
      <vt:lpstr>Security Groups</vt:lpstr>
      <vt:lpstr>sudo apt update </vt:lpstr>
      <vt:lpstr>sudo apt install ansible -y </vt:lpstr>
      <vt:lpstr>Ansible version</vt:lpstr>
      <vt:lpstr>Ansible configuration</vt:lpstr>
      <vt:lpstr>Host Connect</vt:lpstr>
      <vt:lpstr>Ansible –m ping success</vt:lpstr>
      <vt:lpstr>Playbook set.yml</vt:lpstr>
      <vt:lpstr>Ansible playbook</vt:lpstr>
      <vt:lpstr>Verification</vt:lpstr>
      <vt:lpstr>Expected Outcome</vt:lpstr>
      <vt:lpstr>GitHub Repository</vt:lpstr>
      <vt:lpstr>Github Repository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Anil</cp:lastModifiedBy>
  <cp:revision>5</cp:revision>
  <dcterms:created xsi:type="dcterms:W3CDTF">2026-02-04T20:48:41Z</dcterms:created>
  <dcterms:modified xsi:type="dcterms:W3CDTF">2026-02-05T04:21:38Z</dcterms:modified>
</cp:coreProperties>
</file>